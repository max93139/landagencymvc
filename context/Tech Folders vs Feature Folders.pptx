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en.wikipedia.org/wiki/Cohesion_(computer_science)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learn.microsoft.com/en-en/aspnet/mvc/overview/getting-started/getting-started-with-ef-using-mvc/crealting-an-entity-framework-data-model-for-an-asp-net-mvc-application" TargetMode="External"/><Relationship Id="rId4" Type="http://schemas.openxmlformats.org/officeDocument/2006/relationships/hyperlink" Target="https://www.youtube.com/watch?v=bkKsjZAYz-w" TargetMode="External"/><Relationship Id="rId5" Type="http://schemas.openxmlformats.org/officeDocument/2006/relationships/hyperlink" Target="https://www.youtube.com/watch?v=bkKsjZAYz-w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Tech Folders vs Feature Folders</a:t>
            </a:r>
            <a:endParaRPr/>
          </a:p>
        </p:txBody>
      </p:sp>
      <p:sp>
        <p:nvSpPr>
          <p:cNvPr id="28" name="Google Shape;28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 ASP.NET Core MVC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Tech folders</a:t>
            </a:r>
            <a:endParaRPr/>
          </a:p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Перша версія ASP.NET MVC з'явилася ще в 2009 році, а перший перезапуск платформи (ASP.NET Core) почав поставлятися не так давно. 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Протягом цього часу структура проекту за замовчуванням залишилася майже незмінною: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папки для контролерів (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Controllers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),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подань (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Views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і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моделей (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або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ViewModels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 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Такий підхід називається 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 folders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 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Організаційна структура папок проекту ASP.NET Core MVC має такий вигляд: </a:t>
            </a: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pic>
        <p:nvPicPr>
          <p:cNvPr id="40" name="Google Shape;40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1775" y="1196975"/>
            <a:ext cx="3457575" cy="566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Переваги Tech folders:</a:t>
            </a:r>
            <a:endParaRPr/>
          </a:p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логічна організація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знайома структура: якщо ви вже працювали з проектом ASP.NET MVC, ви одразу зможете зорієнтуватися у проекті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зручність: якщо потрібно знайти </a:t>
            </a: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або </a:t>
            </a: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то ви добре знаєте, з чого почати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Недоліки Tech Folders:</a:t>
            </a:r>
            <a:endParaRPr/>
          </a:p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 великому проекті організаційна структура папок, яка використовується за замовчуванням у ASP.NET MVC (і Core MVC) перестає працювати на вас (важко шукати потрібний контролер або подання у великій кількості файлів ).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Основний недолік…</a:t>
            </a:r>
            <a:endParaRPr/>
          </a:p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полягає в тому, що група файлів, організована за типом, а не за метою (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 І цим файлам не вистачає зв'язності ( </a:t>
            </a:r>
            <a:r>
              <a:rPr b="0" i="0" lang="en-US" sz="2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high cohesion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). 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 типовому проекті ASP.NET MVC контролер буде пов'язаний з одним або більше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Views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(у папці, яка відповідає імені контролера). 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Контролер має зв'язок із моделями (і/або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ViewModels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 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Models / ViewModels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будуть використовуватися у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тощо. 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Щоб внести певні зміни, доведеться шукати потрібні файли по всьому проекту.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Альтернативним підходом до організації файлів за їх типом є…</a:t>
            </a:r>
            <a:endParaRPr/>
          </a:p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організація файлів за тим, що робить застосунок (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 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Замість папок для контролерів, моделей та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Views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ваш проект буде складатися з папок організованих навколо певних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 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 роботі над багом, який пов'язаний із конкретним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вам потрібно буде тримати менше папок відкритими, оскільки відповідні файли можуть бути збережені в одному місці.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Це може бути реалізовано кількома шляхами</a:t>
            </a:r>
            <a:endParaRPr/>
          </a:p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Можна використовувати </a:t>
            </a: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Areas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або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Створити власну структуру для папок з </a:t>
            </a: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Feature Folders</a:t>
            </a:r>
            <a:endParaRPr/>
          </a:p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новий підхід в організації структури папок для великих проектів, який користується великою популярністю останнім часом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При організації проекту з </a:t>
            </a: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endParaRPr/>
          </a:p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зазвичай створюється коренева папка (наприклад,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), в якій ви матимете вкладені папки для кожної з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 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Це дуже схоже на те, як організовані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Areas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 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Однак, кожна папка з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буде включати всі необхідні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контролери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ViewModel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тощо. 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 більшості випадків в результаті ми отримаємо папку з, можливо, від 5 до 15 файлів, які є тісно пов'язані один з одним. 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Весь вміст папки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легко тримати у фокусі в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 Explorer. 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547812" y="404812"/>
            <a:ext cx="36099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Приклад цієї </a:t>
            </a:r>
            <a:b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організації:</a:t>
            </a:r>
            <a:endParaRPr/>
          </a:p>
        </p:txBody>
      </p:sp>
      <p:pic>
        <p:nvPicPr>
          <p:cNvPr id="88" name="Google Shape;88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0312" y="90487"/>
            <a:ext cx="2833687" cy="6767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Переваги використання </a:t>
            </a:r>
            <a:b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Feature Folders </a:t>
            </a: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94" name="Google Shape;94;p1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 відміну від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Areas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нам не потрібні додаткові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роути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зменшується час на навігацію та пошук файлів за проектом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можна легко масштабувати та змінювати незалежно від інших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дозволяє тримати менше відкритих папок у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 Explorer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дає розуміння того, що саме робить програма і які файли для цього потрібні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дає можливість повторного використання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в інших проектах, шляхом простого копіювання папки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 системі контролю версій можна переглянути всі зміни, що стосуються конкретної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підвищує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зв'язність файлів</a:t>
            </a:r>
            <a:endParaRPr/>
          </a:p>
          <a:p>
            <a:pPr indent="-215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Реалізація Feature Folders в ASP.NET MVC</a:t>
            </a:r>
            <a:endParaRPr/>
          </a:p>
        </p:txBody>
      </p:sp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Щоб реалізувати таку організацію папок потрібно мати кастомну реалізацію інтерфейсів </a:t>
            </a: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IViewLocationExpander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і </a:t>
            </a: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IControllerModelConvention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Очікується, що контролер знаходиться в </a:t>
            </a: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namespace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з назвою «</a:t>
            </a: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» і для наступного елемента в ієрархії </a:t>
            </a: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namespace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після «</a:t>
            </a: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» має бути ім'я конкретної </a:t>
            </a: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 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Приклад реалізації </a:t>
            </a: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IControllerModelConvention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для пошуку контролерів:</a:t>
            </a:r>
            <a:b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FeatureConvention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b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Інтерфейс </a:t>
            </a: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IViewLocationExpander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надає метод </a:t>
            </a: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ExpandViewLocations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який використовується для того, щоб ідентифікувати папки, що містять </a:t>
            </a: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Views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FeatureFoldersRazorViewEngine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b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Залишилося тільки використовувати реалізації інтерфейсів і додати деякі параметри в класі </a:t>
            </a: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Startup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Startup.cs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Традиційна тришарова архітектура…</a:t>
            </a:r>
            <a:endParaRPr/>
          </a:p>
        </p:txBody>
      </p:sp>
      <p:sp>
        <p:nvSpPr>
          <p:cNvPr id="106" name="Google Shape;106;p1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data, business logic, presentation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досі одна із найважливіших концепцій для структурування програмного забезпечення. 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Важливо розуміти, що ASP.NET MVC не дає вбудованої підтримки для «моделей». 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ASP.NET MVC орієнтований на шар подання та не повинен покривати відповідальність від інших шарів. 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Тому ми повинні перемістити файли моделей (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Client.cs, ClientAddress.cs, Customer.cs, Payment.cs, User.cs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в окрему бібліотеку.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Feature folders</a:t>
            </a:r>
            <a:endParaRPr/>
          </a:p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забезпечує меншу зв'язаність (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 coupling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і одночасно групує код разом (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cohesion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 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 цим підходом набагато легше підтримувати структуру папок, що дозволяє нам залишатися зосередженими та продуктивними при написанні коду, а не витрачати час на пошук файлів у різних папках. 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Недоліком є ​​те, що за умовчанням ASP.NET MVC не підтримує структуру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 folders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тому вам потрібно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налаштовувати її вручну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Джерела інформації</a:t>
            </a:r>
            <a:endParaRPr/>
          </a:p>
        </p:txBody>
      </p:sp>
      <p:sp>
        <p:nvSpPr>
          <p:cNvPr id="118" name="Google Shape;118;p1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Електронний ресурс. Початок роботи з Entity Framework 6 Code First з допомогою MVC5.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Посібник. Джерело доступу:</a:t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https://learn.microsoft.com/en-en/aspnet/mvc/overview/getting-started/getting-started-with-ef-using-mvc/crealting-an-entity-framework-data-model-for-an-asp-net-mvc-application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Arial"/>
              <a:buNone/>
            </a:pPr>
            <a:r>
              <a:rPr b="0" i="1" lang="en-US" sz="20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Для перекладу документу українською мовою використовуємо Google Translate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1" sz="2000" u="none">
              <a:solidFill>
                <a:schemeClr val="fol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Короткі відеозаписи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Електронний ресурс. Робота з БД у С#. Джерело доступу:</a:t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https://www.youtube.com/watch?v=bkKsjZAYz-w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Електронний ресурс. Конфігурація підключення до БД (C#). Джерело доступу:</a:t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https://www.youtube.com/watch?v=bkKsjZAYz-w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215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468312" y="27813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Дякую за увагу!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Оформление по умолчанию">
  <a:themeElements>
    <a:clrScheme name="Оформление по умолчанию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